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rect">
            <a:avLst/>
          </a:prstGeom>
          <a:solidFill>
            <a:srgbClr val="6366F1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rect">
            <a:avLst/>
          </a:prstGeom>
          <a:solidFill>
            <a:srgbClr val="06B6D4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KubeSentinel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</a:t>
            </a:r>
            <a:r>
              <a:rPr lang="en-US" sz="22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AIOps </a:t>
            </a:r>
            <a:r>
              <a:rPr lang="en-US" sz="22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基于大语言模型的 Kubernetes 智能自愈与 AIOps 平台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8" name="Text 6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毕业设计答辩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2026 年 4 月9</a:t>
            </a:r>
            <a:r>
              <a:rPr lang="zh-CN" altLang="en-US" sz="11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日</a:t>
            </a:r>
            <a:endParaRPr lang="zh-CN" altLang="en-US" sz="1100" dirty="0">
              <a:solidFill>
                <a:srgbClr val="64748B"/>
              </a:solidFill>
              <a:latin typeface="Calibri Light" panose="020F0302020204030204" pitchFamily="34" charset="0"/>
              <a:ea typeface="Calibri Light" panose="020F0302020204030204" pitchFamily="34" charset="-122"/>
              <a:cs typeface="Calibri Light" panose="020F03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目录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研究背景与意义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34440" y="167335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0" name="Text 8"/>
          <p:cNvSpPr/>
          <p:nvPr/>
        </p:nvSpPr>
        <p:spPr>
          <a:xfrm>
            <a:off x="731520" y="18745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874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研究目的与目标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34440" y="222199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3" name="Text 11"/>
          <p:cNvSpPr/>
          <p:nvPr/>
        </p:nvSpPr>
        <p:spPr>
          <a:xfrm>
            <a:off x="731520" y="24231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423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国内外研究现状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34440" y="277063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6" name="Text 14"/>
          <p:cNvSpPr/>
          <p:nvPr/>
        </p:nvSpPr>
        <p:spPr>
          <a:xfrm>
            <a:off x="731520" y="29718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关键技术分析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34440" y="331927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9" name="Text 17"/>
          <p:cNvSpPr/>
          <p:nvPr/>
        </p:nvSpPr>
        <p:spPr>
          <a:xfrm>
            <a:off x="731520" y="352044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系统总体架构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34440" y="386791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2" name="Text 20"/>
          <p:cNvSpPr/>
          <p:nvPr/>
        </p:nvSpPr>
        <p:spPr>
          <a:xfrm>
            <a:off x="731520" y="40690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069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核心模块设计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34440" y="441655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5" name="Text 23"/>
          <p:cNvSpPr/>
          <p:nvPr/>
        </p:nvSpPr>
        <p:spPr>
          <a:xfrm>
            <a:off x="4846320" y="13258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1325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OODA 智能闭环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49240" y="167335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8" name="Text 26"/>
          <p:cNvSpPr/>
          <p:nvPr/>
        </p:nvSpPr>
        <p:spPr>
          <a:xfrm>
            <a:off x="4846320" y="18745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1874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前端可视化展示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49240" y="222199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1" name="Text 29"/>
          <p:cNvSpPr/>
          <p:nvPr/>
        </p:nvSpPr>
        <p:spPr>
          <a:xfrm>
            <a:off x="4846320" y="24231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423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n8n 工作流编排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277063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4" name="Text 32"/>
          <p:cNvSpPr/>
          <p:nvPr/>
        </p:nvSpPr>
        <p:spPr>
          <a:xfrm>
            <a:off x="4846320" y="29718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混沌工程验证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49240" y="331927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7" name="Text 35"/>
          <p:cNvSpPr/>
          <p:nvPr/>
        </p:nvSpPr>
        <p:spPr>
          <a:xfrm>
            <a:off x="4846320" y="352044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3520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创新点与贡献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49240" y="3867912"/>
            <a:ext cx="27432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0" name="Text 38"/>
          <p:cNvSpPr/>
          <p:nvPr/>
        </p:nvSpPr>
        <p:spPr>
          <a:xfrm>
            <a:off x="4846320" y="40690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49240" y="4069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349240" y="4416552"/>
            <a:ext cx="2743200" cy="9144"/>
          </a:xfrm>
          <a:prstGeom prst="rect">
            <a:avLst/>
          </a:prstGeom>
          <a:solidFill>
            <a:srgbClr val="334155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研究背景与意义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97280"/>
            <a:ext cx="1920240" cy="8686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1920240" cy="4572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9" name="Text 7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3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30min+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平均故障恢复时间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1920240" cy="8686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920240"/>
            <a:ext cx="192024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256032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告警风暴日均条数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1920240" cy="8686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20240"/>
            <a:ext cx="1920240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7" name="Text 15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重复手动操作占比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20240" cy="8686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920240"/>
            <a:ext cx="192024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3s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目标自愈响应时间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194560"/>
            <a:ext cx="3931920" cy="237744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194560"/>
            <a:ext cx="54864" cy="237744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5" name="Text 23"/>
          <p:cNvSpPr/>
          <p:nvPr/>
        </p:nvSpPr>
        <p:spPr>
          <a:xfrm>
            <a:off x="640080" y="22677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行业痛点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2560320"/>
            <a:ext cx="365760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微服务架构指数级膨胀，告警风暴频发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SRE 需在 Grafana/Kibana/Terminal 间切换排查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MTTR 严重依赖个人经验，居高不下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静态阈值告警无法发现缓慢性能衰退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人工 7x24 值班成本高昂，效率低下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94560"/>
            <a:ext cx="3931920" cy="237744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194560"/>
            <a:ext cx="54864" cy="23774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4937760" y="22677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研究意义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560320"/>
            <a:ext cx="365760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将 LLM 推理能力引入 SRE 排障链路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实现从告警到修复的全自动化闭环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降低 MTTR 至秒级，减少人工干预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提供可解释、可审计的 AI 决策过程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探索 AIOps 与 Kubernetes Operator 融合范式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研究目的与目标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Text 5"/>
          <p:cNvSpPr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构建一套基于大语言模型的 Kubernetes 集群智能自愈平台，实现告警接收、AI 根因分析、安全门控、自动修复的完整 OODA 闭环。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69080" cy="804672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804672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1" name="Text 9"/>
          <p:cNvSpPr/>
          <p:nvPr/>
        </p:nvSpPr>
        <p:spPr>
          <a:xfrm>
            <a:off x="640080" y="21762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根因分析引擎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79476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集成 GLM-5/DeepSeek 大模型，通过 Chain-of-Thought 和 Tool Calling 实现自主推理式故障诊断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4069080" cy="804672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103120"/>
            <a:ext cx="54864" cy="80467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5" name="Text 13"/>
          <p:cNvSpPr/>
          <p:nvPr/>
        </p:nvSpPr>
        <p:spPr>
          <a:xfrm>
            <a:off x="4892040" y="21762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异常预测模块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379476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基于 IsolationForest 对 CPU/内存多维指标进行无监督异常检测，提前发现性能衰退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069080" cy="804672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80467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640080" y="30906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Operator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379476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使用 Go + Kubebuilder 实现 HealingRule CRD 控制器，执行滚动重启、扩缩容、回滚等 8 种自愈动作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069080" cy="804672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17520"/>
            <a:ext cx="54864" cy="8046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4892040" y="30906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 审批工作流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79476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高风险操作自动触发可视化审批流，支持飞书/钉钉通知，实现人机协同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069080" cy="804672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31920"/>
            <a:ext cx="54864" cy="80467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7" name="Text 25"/>
          <p:cNvSpPr/>
          <p:nvPr/>
        </p:nvSpPr>
        <p:spPr>
          <a:xfrm>
            <a:off x="640080" y="40050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全栈可视化平台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379476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Vue 3 玻璃拟态暗黑大屏 + AI Copilot 副驾驶，实时 WebSocket 推送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931920"/>
            <a:ext cx="4069080" cy="804672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931920"/>
            <a:ext cx="54864" cy="804672"/>
          </a:xfrm>
          <a:prstGeom prst="rect">
            <a:avLst/>
          </a:prstGeom>
          <a:solidFill>
            <a:srgbClr val="818CF8"/>
          </a:solidFill>
        </p:spPr>
      </p:sp>
      <p:sp>
        <p:nvSpPr>
          <p:cNvPr id="31" name="Text 29"/>
          <p:cNvSpPr/>
          <p:nvPr/>
        </p:nvSpPr>
        <p:spPr>
          <a:xfrm>
            <a:off x="4892040" y="40050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协议扩展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4297680"/>
            <a:ext cx="379476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通过 FastMCP Server 暴露 AI 诊断能力，支持 Cursor/Claude Desktop 直连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国内外研究现状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560320"/>
                <a:gridCol w="22860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方向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代表工作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局限性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本项目改进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传统 AIOps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MOOGSOFT, BigPanda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基于统计规则，缺乏语义理解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引入 LLM 语义推理能力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K8s Operator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Node Problem Detector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仅检测不修复，缺少 AI 决策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AI 决策 + Operator 自动执行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LLM for DevOps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K8sGPT, Holmes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主要做诊断建议，不闭环执行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诊断-审批-执行全闭环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ML 异常检测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Prometheus + ML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单维度阈值，误报率高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 Light" panose="020F0302020204030204" pitchFamily="34" charset="0"/>
                          <a:ea typeface="Calibri Light" panose="020F0302020204030204" pitchFamily="34" charset="-122"/>
                          <a:cs typeface="Calibri Light" panose="020F0302020204030204" pitchFamily="34" charset="-120"/>
                        </a:rPr>
                        <a:t>多维隔离森林 + LLM 二次验证</a:t>
                      </a:r>
                      <a:endParaRPr lang="en-US" sz="10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本项目创新定位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区别于现有方案仅停留在 "诊断建议" 层面，KubeSentinel 实现了从 LLM 诊断、安全门控、人机审批到 Kubernetes 原生 Operator 物理执行的完整闭环。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将 LLM + CRD Operator + n8n DAG 审批融合为一体的 AIOps 自愈平台。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关键技术分析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457200" y="1051560"/>
            <a:ext cx="2651760" cy="17830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457200" y="1051560"/>
            <a:ext cx="54864" cy="178308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asyncpg + Redis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640080" y="1417320"/>
            <a:ext cx="23774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全异步非阻塞后端架构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PostgreSQL 持久化 + Redis 冷却缓存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WebSocket 实时事件推送</a:t>
            </a:r>
            <a:endParaRPr lang="en-US" sz="11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3291840" y="1051560"/>
            <a:ext cx="2651760" cy="17830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3291840" y="1051560"/>
            <a:ext cx="54864" cy="17830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3474720" y="11247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GLM-5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3474720" y="1417320"/>
            <a:ext cx="23774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Chain-of-Thought 推理链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Tool Calling 自主调用 K8s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结构化 JSON 输出约束</a:t>
            </a:r>
            <a:endParaRPr lang="en-US" sz="110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6126480" y="1051560"/>
            <a:ext cx="2651760" cy="17830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126480" y="1051560"/>
            <a:ext cx="54864" cy="17830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309360" y="11247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Kubebuilder Operator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6309360" y="1417320"/>
            <a:ext cx="23774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controller-runtime 控制器框架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HealingRule CRD 自定义资源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8 种自愈动作的原生执行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457200" y="3017520"/>
            <a:ext cx="2651760" cy="17830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457200" y="3017520"/>
            <a:ext cx="54864" cy="1783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40080" y="30906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Isolation Forest ML</a:t>
            </a:r>
            <a:endParaRPr lang="en-US" sz="1300" dirty="0"/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640080" y="3383280"/>
            <a:ext cx="23774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scikit-learn 无监督异常检测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CPU/内存多维特征聚类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主动预测性能衰退趋势</a:t>
            </a:r>
            <a:endParaRPr lang="en-US" sz="1100" dirty="0"/>
          </a:p>
        </p:txBody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3291840" y="3017520"/>
            <a:ext cx="2651760" cy="17830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18"/>
            </p:custDataLst>
          </p:nvPr>
        </p:nvSpPr>
        <p:spPr>
          <a:xfrm>
            <a:off x="3291840" y="3017520"/>
            <a:ext cx="54864" cy="17830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3474720" y="30906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ECharts</a:t>
            </a:r>
            <a:endParaRPr lang="en-US" sz="1300" dirty="0"/>
          </a:p>
        </p:txBody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3474720" y="3383280"/>
            <a:ext cx="23774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玻璃拟态 Glassmorphism 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Element Plus 组件库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AI Copilot 自然语言交互</a:t>
            </a:r>
            <a:endParaRPr lang="en-US" sz="1100" dirty="0"/>
          </a:p>
        </p:txBody>
      </p:sp>
      <p:sp>
        <p:nvSpPr>
          <p:cNvPr id="27" name="Shape 25"/>
          <p:cNvSpPr/>
          <p:nvPr>
            <p:custDataLst>
              <p:tags r:id="rId21"/>
            </p:custDataLst>
          </p:nvPr>
        </p:nvSpPr>
        <p:spPr>
          <a:xfrm>
            <a:off x="6126480" y="3017520"/>
            <a:ext cx="2651760" cy="17830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6126480" y="3017520"/>
            <a:ext cx="54864" cy="1783080"/>
          </a:xfrm>
          <a:prstGeom prst="rect">
            <a:avLst/>
          </a:prstGeom>
          <a:solidFill>
            <a:srgbClr val="818CF8"/>
          </a:solidFill>
        </p:spPr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6309360" y="30906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 + FastMCP</a:t>
            </a:r>
            <a:endParaRPr lang="en-US" sz="1300" dirty="0"/>
          </a:p>
        </p:txBody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6309360" y="3383280"/>
            <a:ext cx="23774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零代码 DAG 审批工作流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飞书 Webhook 通知集成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MCP 协议 AI 能力暴露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系统总体架构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640080" y="1051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前端展示层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5331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Vue 3  |  Element Plus  |  ECharts  |  WebSocket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10512"/>
            <a:ext cx="54864" cy="6858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3" name="Text 11"/>
          <p:cNvSpPr/>
          <p:nvPr/>
        </p:nvSpPr>
        <p:spPr>
          <a:xfrm>
            <a:off x="640080" y="18562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智能决策层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15798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FastAPI  |  LLM Service  |  Prometheus/Loki Query  |  PostgreSQL/Redis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22960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15184"/>
            <a:ext cx="54864" cy="685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Text 15"/>
          <p:cNvSpPr/>
          <p:nvPr/>
        </p:nvSpPr>
        <p:spPr>
          <a:xfrm>
            <a:off x="640080" y="266090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工作流编排层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626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n8n Webhook  |  Switch 审批  |  飞书通知  |  Callback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19856"/>
            <a:ext cx="54864" cy="6858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640080" y="346557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自愈执行层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Go Operator  |  HealingRule CRD  |  controller-runtime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224528"/>
            <a:ext cx="54864" cy="68580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5" name="Text 23"/>
          <p:cNvSpPr/>
          <p:nvPr/>
        </p:nvSpPr>
        <p:spPr>
          <a:xfrm>
            <a:off x="640080" y="42702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可观测基础层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Prometheus  |  Alertmanager  |  Loki  |  Grafana  |  kube-state-metrics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16459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245059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255264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4059936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核心模块设计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17373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173736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640080" y="10789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诊断引擎 (llm_service.py)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7033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System Prompt 注入 Senior SRE 角色身份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支持 DashScope / OpenAI 双供应商切换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3 层 JSON 解析策略 (直接/去Markdown/大括号匹配)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最多 3 次重试 + 安全 fallback 兜底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7373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54864" cy="1737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4892040" y="10789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Operator (healingrule_controller.go)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7033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Watch HealingRule CRD 变更事件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Reconcile 状态机: Pending -&gt; Executing -&gt; Completed/Failed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8 种动作: restart/scale/rollback/cordon/evict/hpa...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Best-effort HTTP callback 回调后端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77640" cy="17373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173736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7" name="Text 15"/>
          <p:cNvSpPr/>
          <p:nvPr/>
        </p:nvSpPr>
        <p:spPr>
          <a:xfrm>
            <a:off x="640080" y="299923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告警处理主链路 (api/alerts.py)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37033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接收 Alertmanager POST Webhook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Redis 冷却去重 + Prometheus/Loki 上下文采集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LLM 分析 -&gt; 安全门控 (置信度/风险级别判定)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低风险直接创建 CRD，高风险触发 n8n 审批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3977640" cy="17373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54864" cy="1737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4892040" y="299923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AIOps ML 引擎 (aiops_service.py)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37033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Prometheus 时序数据范围查询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Pandas DataFrame 多维特征对齐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IsolationForest 拟合 + 异常点标记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异常结果作为 LLM 诊断的上下文增强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OODA 智能自愈闭环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51560"/>
            <a:ext cx="1965960" cy="347472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196596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9" name="Text 7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观察神经网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141732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3" name="Text 11"/>
          <p:cNvSpPr/>
          <p:nvPr/>
        </p:nvSpPr>
        <p:spPr>
          <a:xfrm>
            <a:off x="594360" y="2377440"/>
            <a:ext cx="1691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kube-state-metrics + node-exporter 遥测采集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Prometheus 时序存储 + Alertmanager 告警触发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051560"/>
            <a:ext cx="1965960" cy="347472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051560"/>
            <a:ext cx="19659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2606040" y="1188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06040" y="1691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19659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定位哨兵站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80360" y="2286000"/>
            <a:ext cx="141732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0" name="Text 18"/>
          <p:cNvSpPr/>
          <p:nvPr/>
        </p:nvSpPr>
        <p:spPr>
          <a:xfrm>
            <a:off x="2743200" y="2377440"/>
            <a:ext cx="1691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Alertmanager Webhook 推送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ML IsolationForest 多维异常检测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冷却去重 + 上下文聚合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1965960" cy="347472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51560"/>
            <a:ext cx="1965960" cy="54864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23" name="Text 21"/>
          <p:cNvSpPr/>
          <p:nvPr/>
        </p:nvSpPr>
        <p:spPr>
          <a:xfrm>
            <a:off x="4754880" y="1188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54880" y="1691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9659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参谋决策层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2286000"/>
            <a:ext cx="141732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7" name="Text 25"/>
          <p:cNvSpPr/>
          <p:nvPr/>
        </p:nvSpPr>
        <p:spPr>
          <a:xfrm>
            <a:off x="4892040" y="2377440"/>
            <a:ext cx="1691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LLM Chain-of-Thought 根因推理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Tool Calling 自主调查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安全门控: 置信度/风险/审批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051560"/>
            <a:ext cx="1965960" cy="347472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051560"/>
            <a:ext cx="196596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6903720" y="1188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903720" y="1691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19659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特种执行队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2286000"/>
            <a:ext cx="141732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4" name="Text 32"/>
          <p:cNvSpPr/>
          <p:nvPr/>
        </p:nvSpPr>
        <p:spPr>
          <a:xfrm>
            <a:off x="7040880" y="2377440"/>
            <a:ext cx="1691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HealingRule CRD 下发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Go Operator Reconcile 执行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滚动重启/扩缩容/回滚/驱逐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前端可视化展示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640080" y="107899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(Dashboard.vue)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749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4 项实时统计卡片: 告警数/自愈次数/成功率/待审批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ECharts 趋势折线图 + 故障类型饼图 + 成功率仪表盘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模拟告警一键触发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Glassmorphism 暗黑玻璃拟态设计美学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4864" cy="18288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3" name="Text 11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(Alerts.vue)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749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告警列表: 实时展示告警状态与 AI 分析结果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审批操作: 一键授权/拒绝高风险动作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AI 分析详情展开: 根因、置信度、建议动作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状态标签: 待审批/已执行/已拒绝/无需动作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40080" y="309067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Copilot (AICopilot.vue)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7490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右侧悬浮智能副驾驶助手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自然语言提问: "为什么订单服务挂了?"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WebSocket 流式输出诊断报告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Tool Calling: 自主查日志、事件、PromQL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17520"/>
            <a:ext cx="54864" cy="1554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4846320" y="309067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(History.vue)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7490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历史告警时间线回溯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审计日志: 记录所有 AI 决策与人工操作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操作追溯: 谁在什么时间做了什么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完整的可审计性保障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n8n 工作流编排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1463040" cy="4572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457200" y="11887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Webhook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接收告警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3258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1097280"/>
            <a:ext cx="1463040" cy="8229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097280"/>
            <a:ext cx="146304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2240280" y="11887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风险分级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3258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097280"/>
            <a:ext cx="1463040" cy="8229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023360" y="1097280"/>
            <a:ext cx="1463040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7" name="Text 15"/>
          <p:cNvSpPr/>
          <p:nvPr/>
        </p:nvSpPr>
        <p:spPr>
          <a:xfrm>
            <a:off x="4023360" y="11887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飞书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通知审批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3258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1097280"/>
            <a:ext cx="1463040" cy="8229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1097280"/>
            <a:ext cx="1463040" cy="4572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1" name="Text 19"/>
          <p:cNvSpPr/>
          <p:nvPr/>
        </p:nvSpPr>
        <p:spPr>
          <a:xfrm>
            <a:off x="5806440" y="11887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等待响应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13258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1097280"/>
            <a:ext cx="1463040" cy="82296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097280"/>
            <a:ext cx="146304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7589520" y="11887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回传结果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3977640" cy="24688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194560"/>
            <a:ext cx="54864" cy="246888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28" name="Text 26"/>
          <p:cNvSpPr/>
          <p:nvPr/>
        </p:nvSpPr>
        <p:spPr>
          <a:xfrm>
            <a:off x="640080" y="226771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工作流设计要点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2560320"/>
            <a:ext cx="37033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零代码 DAG 可视化编排，无需 Python 硬编码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Webhook 节点接收后端 JSON payload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Switch 节点按 risk_level 分流高/中/低风险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HTTP Request 节点发送飞书/钉钉卡片消息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Wait 节点等待人工审批响应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Callback 节点将审批结果回传后端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194560"/>
            <a:ext cx="3977640" cy="24688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94560"/>
            <a:ext cx="54864" cy="2468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2" name="Text 30"/>
          <p:cNvSpPr/>
          <p:nvPr/>
        </p:nvSpPr>
        <p:spPr>
          <a:xfrm>
            <a:off x="4892040" y="226771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安全门控策略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2560320"/>
            <a:ext cx="37033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置信度 &lt; 0.6: 强制人工审批 + investigate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置信度 0.6~0.75: 可执行但需人工确认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置信度 &gt; 0.75: 允许自动执行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risk_level = high: 无论置信度均需审批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冷却机制: 300s 内同目标不重复处理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飞书/钉钉双通道通知保障到达率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混沌工程验证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9" name="Text 7"/>
          <p:cNvSpPr/>
          <p:nvPr/>
        </p:nvSpPr>
        <p:spPr>
          <a:xfrm>
            <a:off x="640080" y="10789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混沌注入工具 (chaos-inject.sh)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703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CPU Stress: stress-ng 打满容器 CPU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Memory Leak: 持续分配内存模拟 OOM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Network Delay: 注入网络延迟和丢包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Pod Kill: 随机杀死目标 Pod 测试自愈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支持 --target / --type / --duration 参数化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54864" cy="18288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4892040" y="10789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验证流程与预期结果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703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1. 注入 CPU 压力 -&gt; Prometheus 告警触发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2. Alertmanager Webhook 推送至后端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3. LLM 分析并返回 rolling_restart 决策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4. Go Operator 执行滚动重启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5. 前端大屏实时展示自愈全过程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7" name="Text 15"/>
          <p:cNvSpPr/>
          <p:nvPr/>
        </p:nvSpPr>
        <p:spPr>
          <a:xfrm>
            <a:off x="640080" y="3090672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端到端测试 (Playwright)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79552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e2e_frontend.py: 使用 Playwright 自动化测试前端 Dashboard、Alerts、AI Copilot 页面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setup-cluster.sh: 一键部署 kube-prometheus-stack 监控底座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validate-setup.sh: 验证集群中所有组件健康状态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simulate-alert.py: Python 脚本模拟 Alertmanager Webhook 推送测试告警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KubeSentinel | Kubernetes AIOps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创新点与贡献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097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+ Operator 融合闭环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353312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首次将大语言模型的推理能力与 Kubernetes Operator 的物理执行能力结合，实现从告警到修复的全自动化闭环，超越了 K8sGPT 等仅提供诊断建议的方案。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01368"/>
            <a:ext cx="54864" cy="65836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4" name="Text 12"/>
          <p:cNvSpPr/>
          <p:nvPr/>
        </p:nvSpPr>
        <p:spPr>
          <a:xfrm>
            <a:off x="640080" y="184708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可解释可审计的 AI 决策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10312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LLM 决策全程落库并附带分析推理过程、置信度评分和风险等级，实现完整的审计链路，满足金融等行业的合规要求。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51176"/>
            <a:ext cx="54864" cy="65836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640080" y="25968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5968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多维异常检测增强 LLM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852928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IsolationForest 在 LLM 调用前提供数据驱动的异常判定，减少 LLM 幻觉，提高诊断准确性。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00984"/>
            <a:ext cx="54864" cy="65836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640080" y="33467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3467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人机协同安全门控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602736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高风险操作通过 n8n 零代码审批流实现人机协同，在自动化效率与安全可控之间取得平衡。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50792"/>
            <a:ext cx="54864" cy="658368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9" name="Text 27"/>
          <p:cNvSpPr/>
          <p:nvPr/>
        </p:nvSpPr>
        <p:spPr>
          <a:xfrm>
            <a:off x="640080" y="40965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协议生态扩展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352544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通过 FastMCP 暴露 AI 诊断能力，使 Cursor/Claude Desktop 等客户端可直接接入，拓展了 AIOps 平台的边界。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14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rect">
            <a:avLst/>
          </a:prstGeom>
          <a:solidFill>
            <a:srgbClr val="6366F1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rect">
            <a:avLst/>
          </a:prstGeom>
          <a:solidFill>
            <a:srgbClr val="06B6D4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总结与展望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22860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228600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640080" y="10789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项目总结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7033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构建了完整的 LLM + Operator AIOps 自愈平台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实现了 OODA 闭环: 观察-定位-决策-执行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采用全异步 FastAPI + Go Operator 双语言架构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IsolationForest ML 实现主动异常预测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n8n 零代码审批流保障高危操作安全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Vue 3 暗黑科技风大屏 + AI Copilot 交互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22860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54864" cy="2286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4892040" y="10789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未来展望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7033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部署至真实 Kubernetes 生产集群验证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引入 RAG 增强 LLM 的领域知识深度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接入更多可观测数据源 (Jaeger/ OpenTelemetry)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支持多集群联邦管理与跨集群自愈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扩展 CRD 动作库: 金丝雀发布/流量切换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企业级 RBAC 权限与多租户支持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感谢各位老师的指导与评审!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2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3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4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5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6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7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8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9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0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1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2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3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4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5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6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7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8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19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20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21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22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23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ags/tag24.xml><?xml version="1.0" encoding="utf-8"?>
<p:tagLst xmlns:p="http://schemas.openxmlformats.org/presentationml/2006/main">
  <p:tag name="KSO_WM_DIAGRAM_VIRTUALLY_FRAME" val="{&quot;height&quot;:295.2,&quot;left&quot;:36,&quot;top&quot;:82.8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5490</Words>
  <Application>WPS 演示</Application>
  <PresentationFormat>On-screen Show (16:9)</PresentationFormat>
  <Paragraphs>516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Calibri</vt:lpstr>
      <vt:lpstr>Calibri</vt:lpstr>
      <vt:lpstr>Calibri Light</vt:lpstr>
      <vt:lpstr>Calibri Light</vt:lpstr>
      <vt:lpstr>Calibri Light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KubeSentinel - Kubernetes AIOps Platform</dc:title>
  <dc:creator>KubeSentinel Team</dc:creator>
  <dc:subject>PptxGenJS Presentation</dc:subject>
  <cp:lastModifiedBy>Belli5</cp:lastModifiedBy>
  <cp:revision>2</cp:revision>
  <dcterms:created xsi:type="dcterms:W3CDTF">2026-04-08T13:43:00Z</dcterms:created>
  <dcterms:modified xsi:type="dcterms:W3CDTF">2026-04-08T14:37:41Z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595F87D581674E4C95C233764E655CCC_12</vt:lpwstr>
  </property>
</Properties>
</file>