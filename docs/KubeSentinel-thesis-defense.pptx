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FFFFFF"/>
                </a:solidFill>
                <a:latin typeface="Microsoft YaHei"/>
              </a:rPr>
              <a:t>KubeSentinel LLM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841248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CBD5E1"/>
                </a:solidFill>
                <a:latin typeface="Microsoft YaHei"/>
              </a:rPr>
              <a:t>面向 Kubernetes 的告警理解、决策审批与自动修复系统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65760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657600"/>
            <a:ext cx="731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767328"/>
            <a:ext cx="295351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核心问题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114800"/>
            <a:ext cx="295351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告警噪声高、定位链路长、人工处理慢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65760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65760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3767328"/>
            <a:ext cx="295351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设计目标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4114800"/>
            <a:ext cx="295351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用 LLM + Operator 构建可控闭环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65760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365760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3767328"/>
            <a:ext cx="295351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交付形态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4114800"/>
            <a:ext cx="295351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后端、前端、控制器、监控、n8n 审批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项目定位与毕业设计价值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2120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面向云原生运维场景：Prometheus/Alertmanager 产生告警，人工需要跨日志、指标、K8s 状态排查。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项目用 FastAPI 编排排障上下文，用大模型生成结构化修复建议，用 Go Operator 执行 Kubernetes 原生变更。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通过 n8n 加入人工审批，把高风险操作从“全自动”改为“可审计的人机协同”。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前端提供态势总览、告警列表、历史记录和 AI Copilot，适合毕业设计演示闭环。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207007"/>
            <a:ext cx="44622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研究关键词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554480"/>
            <a:ext cx="4462272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AIOps、Kubernetes Operator、LLM Function Calling、Human-in-the-loop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42316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532888"/>
            <a:ext cx="44622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工程关键词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880360"/>
            <a:ext cx="4462272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FastAPI、Vue 3、Prometheus、Loki、Alertmanager、n8n、PostgreSQL、Redis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49039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749039"/>
            <a:ext cx="73152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858768"/>
            <a:ext cx="44622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评价重点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206240"/>
            <a:ext cx="4462272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闭环完整性、风险控制、可观测性、可复现实验、工程落地能力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总体架构图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核心组件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874519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161288"/>
            <a:ext cx="1545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Vue 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490472"/>
            <a:ext cx="15453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Dashboard / Alerts / History / AI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1874519" cy="7132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161288"/>
            <a:ext cx="1545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FastAPI 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490472"/>
            <a:ext cx="15453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告警接入 / 决策编排 / WebSocket /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051560"/>
            <a:ext cx="1874519" cy="7132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161288"/>
            <a:ext cx="1545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LLM 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490472"/>
            <a:ext cx="15453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结构化分析 / 修复建议 / 置信度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051560"/>
            <a:ext cx="1874519" cy="7132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161288"/>
            <a:ext cx="1545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n8n 审批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490472"/>
            <a:ext cx="15453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人工确认 / 回调 / 通知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051560"/>
            <a:ext cx="1874519" cy="71323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1161288"/>
            <a:ext cx="1545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Go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1490472"/>
            <a:ext cx="15453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HealingRule Reconcile / K8s Action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140817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7720" y="140817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140817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98280" y="140817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2743200"/>
            <a:ext cx="2057400" cy="7132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2852928"/>
            <a:ext cx="1728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182112"/>
            <a:ext cx="17282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指标采集 / PromQL / 告警规则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2743200"/>
            <a:ext cx="2057400" cy="7132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2852928"/>
            <a:ext cx="1728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Alertmanager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3182112"/>
            <a:ext cx="17282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告警路由到后端 webhook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743200"/>
            <a:ext cx="2057400" cy="7132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2852928"/>
            <a:ext cx="1728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Loki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3182112"/>
            <a:ext cx="17282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按 Pod / Namespace 查询日志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2743200"/>
            <a:ext cx="2057400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2852928"/>
            <a:ext cx="1728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PostgreSQL + Redis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3182112"/>
            <a:ext cx="172821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告警审计 / 冷却缓存 / 待审批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572000"/>
            <a:ext cx="3108960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1" y="4681728"/>
            <a:ext cx="27797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Kubernetes 集群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1" y="5010912"/>
            <a:ext cx="2779776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Demo App / HealingRule CRD / Deployment / Pod / HPA / Node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783080" y="2743200"/>
            <a:ext cx="1371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611880" y="1764792"/>
            <a:ext cx="548640" cy="978408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3703320" y="1764792"/>
            <a:ext cx="2423160" cy="978408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3703320" y="1764792"/>
            <a:ext cx="5074920" cy="978408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989320" y="1764792"/>
            <a:ext cx="4389120" cy="2807208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告警自愈闭环流程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OODA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15819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83080"/>
            <a:ext cx="1581911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PrometheusRule 触发
Alertmanager Webhook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240280"/>
            <a:ext cx="36576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32588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325880"/>
            <a:ext cx="73152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435607"/>
            <a:ext cx="15819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Orient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783080"/>
            <a:ext cx="1581911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后端聚合指标、日志、历史冷却
生成上下文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240280"/>
            <a:ext cx="365760" cy="0"/>
          </a:xfrm>
          <a:prstGeom prst="line">
            <a:avLst/>
          </a:prstGeom>
          <a:ln w="2540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32588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325880"/>
            <a:ext cx="73152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1435607"/>
            <a:ext cx="15819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1783080"/>
            <a:ext cx="1581911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LLM 输出 action、reason、confidence
安全门控判断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2240280"/>
            <a:ext cx="365760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32588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1435607"/>
            <a:ext cx="15819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1783080"/>
            <a:ext cx="1581911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n8n/通知流处理人工审批
回调后端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60" y="2240280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132588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1435607"/>
            <a:ext cx="15819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1783080"/>
            <a:ext cx="1581911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创建 HealingRule CRD
Operator 执行动作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1024128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该流程不是直接让大模型操作集群，而是让模型负责“解释与建议”，由后端安全策略和 Operator 控制实际变更。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数据库记录告警和审计日志，Redis 提供冷却控制，避免同一故障反复触发修复动作。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后端服务设计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61288"/>
            <a:ext cx="29077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907792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Alertmanager webhook、n8n callback、stats/health API、WebSocket 广播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73152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161288"/>
            <a:ext cx="29077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编排层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508760"/>
            <a:ext cx="2907792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Prometheus 指标、Loki 日志、DB 历史、LLM 决策、安全门控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161288"/>
            <a:ext cx="29077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状态层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2907792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PostgreSQL 存储 alerts/audit_logs，Redis 处理冷却、缓存和待审批状态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106984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main.py 使用生命周期启动各服务，K8sService 初始化失败时不阻断后端，适合本地无集群调试。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api/alerts.py 是系统核心：接收 firing 告警，查冷却，聚合上下文，调用 LLM，按风险和置信度决定自动创建 CRD 或进入审批。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llm_service.py 使用 JSON 解析、重试和安全 fallback，避免模型输出异常直接破坏闭环。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api/n8n.py 通过 X-KubeSentinel-Token 验证回调，批准后创建 HealingRule，拒绝时记录审计日志。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控制器与自愈动作设计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Go 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207007"/>
            <a:ext cx="3090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CRD：HealingRule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54480"/>
            <a:ext cx="309067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spec.target + spec.action + status.phase/message/lastExecutionTime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09728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207007"/>
            <a:ext cx="3090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Reconcile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554480"/>
            <a:ext cx="309067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读取 CRD、校验命名空间与目标、执行动作、更新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207007"/>
            <a:ext cx="3090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动作集合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554480"/>
            <a:ext cx="309067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rolling_restart / scale_up / scale_down / rollback / delete_pod / adjust_hpa / cordon_node / evict_pods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102412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Operator 把修复动作下沉到 Kubernetes 原生控制面，符合 Operator Pattern，后端只创建声明式资源。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控制器执行后会 best-effort 回调后端 callback URL，让前端与审计数据得到动作结果。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本轮已修复 controller-runtime 版本适配问题，go test ./... 已通过。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前端交互设计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Vue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303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Dashboard：展示集群统计、告警态势、健康状态和实时事件。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Alerts：按状态筛选告警，支持查看 AI 分析结果、批准、拒绝等操作。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History：展示自愈执行与审计记录，形成毕业设计中可解释的实验闭环。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AICopilot：通过 WebSocket 与后端 GLM5 Agent 交互，可调用日志、事件、PromQL 和异常检测工具。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09728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0972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207007"/>
            <a:ext cx="40965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实现方式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1554480"/>
            <a:ext cx="4096511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Vite + Vue 3 + Element Plus + ECharts + Axios + WebSocket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5603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256032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2670048"/>
            <a:ext cx="40965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本轮验证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017520"/>
            <a:ext cx="4096511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npm ci 后 npm run build 通过，存在大 chunk 优化提示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02336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02336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4133088"/>
            <a:ext cx="409651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可改进点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4480560"/>
            <a:ext cx="4096511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路由级动态导入、图表库拆分、生产环境 API BaseURL 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可观测性与数据闭环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Metrics / Logs /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0584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00584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115568"/>
            <a:ext cx="29077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463040"/>
            <a:ext cx="2907792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CPU、内存、Pod 重启、Deployment mismatch、Node 压力等告警规则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0584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005840"/>
            <a:ext cx="73152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115568"/>
            <a:ext cx="29077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Loki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463040"/>
            <a:ext cx="2907792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按 namespace/pod 获取故障窗口日志，补足指标无法解释的上下文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00584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0058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115568"/>
            <a:ext cx="29077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审计数据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463040"/>
            <a:ext cx="2907792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alerts 与 audit_logs 记录决策、审批、动作、结果与错误信息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88920"/>
            <a:ext cx="1024128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数据链路支撑“告警为何发生、模型为何这样判断、最终做了什么”的可追溯解释。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PromQL 与告警阈值在 monitoring/alerting-rules.yaml 中集中管理，便于演示和复现实验。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Redis 冷却机制是防抖关键，避免一次故障在短时间内反复触发自愈动作。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Human-in-the-loop 审批设计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6692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当动作风险较高、置信度不足或规则要求审批时，后端不会直接创建 HealingRule。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n8n workflow 通过 Webhook、Switch、Slack/HTTP Request 组织审批通知与回调。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回调接口使用 token 校验，批准后执行 CRD 创建，拒绝后记录审计状态。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该设计将“智能建议”和“生产变更”隔离，符合毕业设计中安全性与可控性的论证重点。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23444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03720" y="123444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8312" y="1344168"/>
            <a:ext cx="37307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已验证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1691640"/>
            <a:ext cx="373075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n8n/kubesentinel_approval_workflow.json 可被 JSON 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4320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27432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852928"/>
            <a:ext cx="37307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待修复风险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3200400"/>
            <a:ext cx="3730752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n8n-workflows 目录下两个旧 workflow JSON 存在解析错误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本轮完善与验证结果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Repository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新增 docs/architecture.md：包含项目定位、总体架构图、时序图、模块拆解、数据模型和官方文档链接。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修复 operator-go 依赖版本不一致问题：统一 Kubernetes 依赖到 v0.28.3，并适配 controller-runtime v0.16.3 的 Metrics 选项。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验证 backend-python：python -m compileall backend-python 通过。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验证 operator-go：go test ./... 通过。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验证 frontend-vue：npm ci 后 npm run build 通过；Vite 提示主 chunk 偏大，建议后续做按路由拆包。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发现风险：n8n-workflows/main-healing-flow.json 与 notify-flow.json 解析失败，需要修复后再作为答辩演示入口。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答辩演示路线建议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Demo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2148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61288"/>
            <a:ext cx="1856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1. 启动环境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508760"/>
            <a:ext cx="1856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docker-compose / kind 集群 / 监控组件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051560"/>
            <a:ext cx="2148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051560"/>
            <a:ext cx="73152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1161288"/>
            <a:ext cx="1856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2. 制造故障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1508760"/>
            <a:ext cx="1856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chaos-inject 或 simulate-alert 触发告警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051560"/>
            <a:ext cx="2148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1051560"/>
            <a:ext cx="73152" cy="137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1161288"/>
            <a:ext cx="1856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3. AI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1508760"/>
            <a:ext cx="1856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后端聚合指标日志，LLM 生成修复建议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051560"/>
            <a:ext cx="2148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05156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1161288"/>
            <a:ext cx="1856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4. 审批执行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1508760"/>
            <a:ext cx="1856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n8n 回调后端，创建 HealingRule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05156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05156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1161288"/>
            <a:ext cx="15361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5. 结果回看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1508760"/>
            <a:ext cx="153619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前端历史与审计记录展示闭环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1014984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答辩时建议先讲“为何不能让 LLM 直接操作集群”，再展示 CRD + Operator + 审批的安全边界。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演示失败预案：若真实集群不可用，可用 simulate-alert.py 和前端历史数据说明链路，再展示 go test 与构建结果。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总结与后续优化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05156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161288"/>
            <a:ext cx="2999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508760"/>
            <a:ext cx="2999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仓库已形成前端、后端、Operator、监控、审批、脚本的完整 AIOps 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161288"/>
            <a:ext cx="2999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创新点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508760"/>
            <a:ext cx="2999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LLM 结构化决策 + Kubernetes 声明式自愈 + 人工审批 + 审计追踪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051560"/>
            <a:ext cx="73152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161288"/>
            <a:ext cx="299923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F172A"/>
                </a:solidFill>
                <a:latin typeface="Microsoft YaHei"/>
              </a:rPr>
              <a:t>后续优化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508760"/>
            <a:ext cx="2999232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修复旧 n8n JSON、前端拆包、补充 Operator 单测、强化安全凭证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996696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毕业设计汇报主线：问题背景 → 系统架构 → 告警闭环 → 核心模块 → 工程验证 → 风险与展望。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最有说服力的证明不是“用了大模型”，而是系统把大模型放在可解释、可回滚、可审计的位置。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F172A"/>
                </a:solidFill>
                <a:latin typeface="Microsoft YaHei"/>
              </a:rPr>
              <a:t>当前进展与开发记录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13232"/>
            <a:ext cx="1234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icrosoft YaHei"/>
              </a:rPr>
              <a:t>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61288"/>
            <a:ext cx="31363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已完成：仓库阅读与架构梳理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508760"/>
            <a:ext cx="3136392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已通读前端、后端、Operator、监控告警、n8n 审批与脚本目录，明确系统从告警接入到自愈执行的闭环。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161288"/>
            <a:ext cx="31363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已完成：答辩材料准备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508760"/>
            <a:ext cx="3136392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已生成架构图与答辩 PPT，并将项目定位、核心模块、闭环流程和风险点整理为可展示内容。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051560"/>
            <a:ext cx="73152" cy="1188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161288"/>
            <a:ext cx="31363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已完成：基础工程校验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508760"/>
            <a:ext cx="3136392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已验证 Python 后端编译、Go Operator 测试与前端构建路径，为后续服务器部署打底。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73152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898648"/>
            <a:ext cx="31363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进行中：租服务器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246120"/>
            <a:ext cx="313639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准备租用云服务器搭建 Kubernetes 集群，后续部署 Prometheus、Alertmanager、Loki、后端、前端、n8n 与 Operator。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889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78892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898648"/>
            <a:ext cx="31363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进行中：真实环境运行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246120"/>
            <a:ext cx="313639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计划在服务器集群中复现实验链路：制造告警、AI 分析、审批回调、创建 HealingRule、Operator 执行修复。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7889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788920"/>
            <a:ext cx="73152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898648"/>
            <a:ext cx="313639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待交付：开发过程材料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246120"/>
            <a:ext cx="313639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后续整理环境搭建、部署步骤、问题记录、测试结果与演示截图，作为毕业设计开发过程佐证。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102870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这页只作为答辩中的开发记录摘要，不单独生成开发文档；正式文档会在服务器部署与联调完成后补齐。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10881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KubeSentinel LLM AIOps 毕业设计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